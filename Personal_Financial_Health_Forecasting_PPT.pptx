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86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  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hyperlink" Target="https://www.youtube.com/watch?v=VIDEO_ID" TargetMode="External"/><Relationship Id="rId4" Type="http://schemas.openxmlformats.org/officeDocument/2006/relationships/hyperlink" Target="https://youtu.be/TJBMnsa4oZw?si=VrhVjvK8Jv5d6GW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740502"/>
            <a:ext cx="4276134" cy="913797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PERSONAL FINANCIAL HEALTH FORECASTING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 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Krishita shah</a:t>
            </a:r>
          </a:p>
        </p:txBody>
      </p:sp>
      <p:pic>
        <p:nvPicPr>
          <p:cNvPr id="50" name="Picture 49" descr="A blue circle with a person and a envelope in it  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Shahkrishita3@gmail.com</a:t>
            </a:r>
          </a:p>
        </p:txBody>
      </p:sp>
      <p:pic>
        <p:nvPicPr>
          <p:cNvPr id="51" name="Picture 50" descr="A blue circle with a person and a envelope in it  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Project Guide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</a:t>
              </a: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maheshwari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  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  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  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2441694"/>
          </a:xfrm>
          <a:prstGeom prst="rect">
            <a:avLst/>
          </a:prstGeom>
          <a:noFill/>
        </p:spPr>
        <p:txBody>
          <a:bodyPr wrap="square">
            <a:normAutofit fontScale="95000"/>
          </a:bodyPr>
          <a:lstStyle/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FHFM scores 1,000 individuals on financial health (0–100).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Objective: Forecast 5-year savings &amp; reduce Risky category.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Tools: Excel, Power BI + Copilot, and Claude AI.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Outcome: Cut Risky rate from 96.8% via savings strategies.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3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Dataset: 1,000 records, 16 variables, ages 21–59.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3272691"/>
          </a:xfrm>
          <a:prstGeom prst="rect">
            <a:avLst/>
          </a:prstGeom>
          <a:noFill/>
        </p:spPr>
        <p:txBody>
          <a:bodyPr wrap="square">
            <a:normAutofit fontScale="95000"/>
          </a:bodyPr>
          <a:lstStyle/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96.8% of 1,000 individuals fall in the Risky category.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Income alone does not guarantee financial health.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Affects individuals, advisors &amp; fintech platforms.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Existing tools show past data only — no forecasting.</a:t>
            </a:r>
          </a:p>
          <a:p>
            <a:pPr marL="228600" indent="-228600"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Need: Integrate Savings, Expense &amp; Loan Ratios into one score.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FHFM assigns each individual a Financial Health Score (0–100) across 4 stages: (1) Data Input — personal records, behavioral history, macro signals (RBI, CPI, NSE). (2) Preprocessing — ratio normalization, feature engineering. (3) Processing — FHS Scoring Engine + XGBoost/LSTM Forecasting + Monte Carlo Simulation (10,000 paths). (4) Output — Power BI dashboard with risk alerts, 5-year savings forecasts, and AI action cards via Copilot and Claude.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 dataset: 1,000 individuals with income, expenses, savings, loans, investments, emergency fund. External: RBI API, NSE/BSE Market Volatility Index, CPI inflation data.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Missing value imputation, normalization (0-1 scale), ratio engineering: Savings Ratio, Expense Ratio, Loan Ratio, outlier capping and rolling average smoothing.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Excel: Pivot tables + advanced formulas. Power BI + Copilot: DAX measures, NL queries, automated insights. Claude AI: Scenario narratives and prompt-based recommendations.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Dynamic FHS Dashboard, Scenario Forecast Charts, Risk Flag Alerts, Priority Action Cards, Goal Readiness Tracker, and Shock Impact Reports.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FHS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Power BI dashboard with FHS score 0-100 per individual, color-coded by risk: Risky (red), Average (amber), Good (green).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5-Year Forecast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XGBoost + LSTM comparing Future_Savings_5Y vs Improved_Savings_5Y — 50% savings gain with behavioral change.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Monte Carlo Sim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10,000 Monte Carlo paths stress-testing job loss, salary hike, EMI payoff and CPI shock with probability outcomes.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411479"/>
            <a:ext cx="4992624" cy="768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IN" dirty="0"/>
          </a:p>
          <a:p>
            <a:r>
              <a:rPr lang="en-US" sz="900" dirty="0">
                <a:hlinkClick r:id="rId4"/>
              </a:rPr>
              <a:t>https://youtu.be/TJBMnsa4oZw?si=VrhVjvK8Jv5d6GWm</a:t>
            </a:r>
            <a:endParaRPr lang="en-US" sz="900" dirty="0"/>
          </a:p>
        </p:txBody>
      </p:sp>
      <p:sp>
        <p:nvSpPr>
          <p:cNvPr id="13" name="Shape 11">
            <a:hlinkClick r:id="rId5"/>
          </p:cNvPr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hlinkClick r:id="rId5"/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FHFM analyzed 1,000 individuals — 96.8% in Risky category. Reducing expense ratio by 10% improves 5-year savings by up to 50%. All objectives achieved: EDA, data cleaning, forecasting model (XGBoost + LSTM), Power BI dashboard, Monte Carlo simulation, and full AI integration with Copilot and Claude.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  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Phase 2: Integrate live RBI/NSE APIs for real-time rates. Build Fintech REST API with push risk alerts. Add behavioral ML for spending pattern detection. Scale to 100K+ users for regional insights. Launch </a:t>
            </a:r>
            <a:r>
              <a:rPr lang="en-US" sz="13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mobile app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with Claude AI for real-time personalized financial coaching.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643</Words>
  <Application>Microsoft Office PowerPoint</Application>
  <PresentationFormat>On-screen Show (16:9)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Krishita Shah</cp:lastModifiedBy>
  <cp:revision>28</cp:revision>
  <dcterms:created xsi:type="dcterms:W3CDTF">2026-02-18T09:17:23Z</dcterms:created>
  <dcterms:modified xsi:type="dcterms:W3CDTF">2026-04-05T16:40:06Z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